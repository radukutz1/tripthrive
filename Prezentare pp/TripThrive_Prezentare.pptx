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1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3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4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1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6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2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65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8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7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51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0121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2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83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2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2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4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12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583B66-96FE-C01F-35B6-57F314F57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771" y="1257300"/>
            <a:ext cx="3918458" cy="39184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484" y="1172129"/>
            <a:ext cx="6377940" cy="1293028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Ce face </a:t>
            </a:r>
            <a:r>
              <a:rPr lang="en-US" b="1" cap="none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TripThrive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?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935224"/>
            <a:ext cx="7955280" cy="4069080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Într-o </a:t>
            </a:r>
            <a:r>
              <a:rPr dirty="0" err="1"/>
              <a:t>lume</a:t>
            </a:r>
            <a:r>
              <a:rPr dirty="0"/>
              <a:t> </a:t>
            </a:r>
            <a:r>
              <a:rPr dirty="0" err="1"/>
              <a:t>unde</a:t>
            </a:r>
            <a:r>
              <a:rPr dirty="0"/>
              <a:t> </a:t>
            </a:r>
            <a:r>
              <a:rPr dirty="0" err="1"/>
              <a:t>planificarea</a:t>
            </a:r>
            <a:r>
              <a:rPr dirty="0"/>
              <a:t> </a:t>
            </a:r>
            <a:r>
              <a:rPr dirty="0" err="1"/>
              <a:t>călătoriilor</a:t>
            </a:r>
            <a:r>
              <a:rPr dirty="0"/>
              <a:t> </a:t>
            </a:r>
            <a:r>
              <a:rPr dirty="0" err="1"/>
              <a:t>poate</a:t>
            </a:r>
            <a:r>
              <a:rPr dirty="0"/>
              <a:t> fi </a:t>
            </a:r>
            <a:r>
              <a:rPr dirty="0" err="1"/>
              <a:t>complexă</a:t>
            </a:r>
            <a:r>
              <a:rPr dirty="0"/>
              <a:t>, </a:t>
            </a:r>
            <a:r>
              <a:rPr dirty="0" err="1"/>
              <a:t>TripThrive</a:t>
            </a:r>
            <a:r>
              <a:rPr dirty="0"/>
              <a:t> </a:t>
            </a:r>
            <a:r>
              <a:rPr dirty="0" err="1"/>
              <a:t>simplifică</a:t>
            </a:r>
            <a:r>
              <a:rPr dirty="0"/>
              <a:t> </a:t>
            </a:r>
            <a:r>
              <a:rPr dirty="0" err="1"/>
              <a:t>procesul</a:t>
            </a:r>
            <a:r>
              <a:rPr dirty="0"/>
              <a:t> </a:t>
            </a:r>
            <a:r>
              <a:rPr dirty="0" err="1"/>
              <a:t>printr</a:t>
            </a:r>
            <a:r>
              <a:rPr dirty="0"/>
              <a:t>-o </a:t>
            </a:r>
            <a:r>
              <a:rPr dirty="0" err="1"/>
              <a:t>platformă</a:t>
            </a:r>
            <a:r>
              <a:rPr dirty="0"/>
              <a:t> </a:t>
            </a:r>
            <a:r>
              <a:rPr dirty="0" err="1"/>
              <a:t>intuitivă</a:t>
            </a:r>
            <a:r>
              <a:rPr dirty="0"/>
              <a:t> care </a:t>
            </a:r>
            <a:r>
              <a:rPr dirty="0" err="1"/>
              <a:t>oferă</a:t>
            </a:r>
            <a:r>
              <a:rPr dirty="0"/>
              <a:t> </a:t>
            </a:r>
            <a:r>
              <a:rPr dirty="0" err="1"/>
              <a:t>sugestii</a:t>
            </a:r>
            <a:r>
              <a:rPr dirty="0"/>
              <a:t> de </a:t>
            </a:r>
            <a:r>
              <a:rPr dirty="0" err="1"/>
              <a:t>destinații</a:t>
            </a:r>
            <a:r>
              <a:rPr dirty="0"/>
              <a:t>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posibilitatea</a:t>
            </a:r>
            <a:r>
              <a:rPr dirty="0"/>
              <a:t> de a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itinerarii</a:t>
            </a:r>
            <a:r>
              <a:rPr dirty="0"/>
              <a:t> </a:t>
            </a:r>
            <a:r>
              <a:rPr dirty="0" err="1"/>
              <a:t>personalizate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34590" y="986818"/>
            <a:ext cx="7429499" cy="1478570"/>
          </a:xfrm>
        </p:spPr>
        <p:txBody>
          <a:bodyPr/>
          <a:lstStyle/>
          <a:p>
            <a:r>
              <a:rPr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Soluția</a:t>
            </a:r>
            <a:r>
              <a:rPr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propusă</a:t>
            </a:r>
            <a:endParaRPr b="1" dirty="0">
              <a:solidFill>
                <a:schemeClr val="accent3">
                  <a:lumMod val="60000"/>
                  <a:lumOff val="4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6060" y="2529523"/>
            <a:ext cx="6231890" cy="4069080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Am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dezvoltat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o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aplicație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web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simplă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,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realizată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cu HTML, CSS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și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JavaScript, care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permite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utilizatorilor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să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exploreze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destinații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,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să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selecteze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preferințe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și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să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își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construiască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propriul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dirty="0" err="1">
                <a:latin typeface="Dubai Medium" panose="020B0603030403030204" pitchFamily="34" charset="-78"/>
                <a:cs typeface="Dubai Medium" panose="020B0603030403030204" pitchFamily="34" charset="-78"/>
              </a:rPr>
              <a:t>itinerar</a:t>
            </a:r>
            <a:r>
              <a:rPr dirty="0">
                <a:latin typeface="Dubai Medium" panose="020B0603030403030204" pitchFamily="34" charset="-78"/>
                <a:cs typeface="Dubai Medium" panose="020B0603030403030204" pitchFamily="34" charset="-78"/>
              </a:rPr>
              <a:t>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1018373"/>
            <a:ext cx="6377940" cy="1293028"/>
          </a:xfrm>
        </p:spPr>
        <p:txBody>
          <a:bodyPr/>
          <a:lstStyle/>
          <a:p>
            <a:r>
              <a:rPr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</a:rPr>
              <a:t>Funcționalități</a:t>
            </a: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</a:rPr>
              <a:t> </a:t>
            </a:r>
            <a:r>
              <a:rPr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</a:rPr>
              <a:t>principale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66060"/>
            <a:ext cx="7955280" cy="406908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dirty="0"/>
              <a:t> </a:t>
            </a:r>
            <a:r>
              <a:rPr dirty="0" err="1"/>
              <a:t>Vizualizarea</a:t>
            </a:r>
            <a:r>
              <a:rPr dirty="0"/>
              <a:t> </a:t>
            </a:r>
            <a:r>
              <a:rPr dirty="0" err="1"/>
              <a:t>destinațiilor</a:t>
            </a:r>
            <a:r>
              <a:rPr dirty="0"/>
              <a:t> </a:t>
            </a:r>
            <a:r>
              <a:rPr dirty="0" err="1"/>
              <a:t>grupate</a:t>
            </a:r>
            <a:r>
              <a:rPr dirty="0"/>
              <a:t> pe </a:t>
            </a:r>
            <a:r>
              <a:rPr dirty="0" err="1"/>
              <a:t>categorie</a:t>
            </a:r>
            <a:r>
              <a:rPr dirty="0"/>
              <a:t>: mare, </a:t>
            </a:r>
            <a:r>
              <a:rPr dirty="0" err="1"/>
              <a:t>munte</a:t>
            </a:r>
            <a:r>
              <a:rPr dirty="0"/>
              <a:t>, </a:t>
            </a:r>
            <a:r>
              <a:rPr dirty="0" err="1"/>
              <a:t>oraș</a:t>
            </a:r>
            <a:r>
              <a:rPr dirty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dirty="0"/>
              <a:t> </a:t>
            </a:r>
            <a:r>
              <a:rPr dirty="0" err="1"/>
              <a:t>Adăugarea</a:t>
            </a:r>
            <a:r>
              <a:rPr dirty="0"/>
              <a:t>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ștergerea</a:t>
            </a:r>
            <a:r>
              <a:rPr dirty="0"/>
              <a:t> </a:t>
            </a:r>
            <a:r>
              <a:rPr dirty="0" err="1"/>
              <a:t>destinațiilor</a:t>
            </a:r>
            <a:r>
              <a:rPr dirty="0"/>
              <a:t> din </a:t>
            </a:r>
            <a:r>
              <a:rPr dirty="0" err="1"/>
              <a:t>itinerar</a:t>
            </a:r>
            <a:r>
              <a:rPr dirty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dirty="0"/>
              <a:t> </a:t>
            </a:r>
            <a:r>
              <a:rPr dirty="0" err="1"/>
              <a:t>Salvarea</a:t>
            </a:r>
            <a:r>
              <a:rPr dirty="0"/>
              <a:t> </a:t>
            </a:r>
            <a:r>
              <a:rPr dirty="0" err="1"/>
              <a:t>itinerarului</a:t>
            </a:r>
            <a:r>
              <a:rPr dirty="0"/>
              <a:t> </a:t>
            </a:r>
            <a:r>
              <a:rPr dirty="0" err="1"/>
              <a:t>în</a:t>
            </a:r>
            <a:r>
              <a:rPr dirty="0"/>
              <a:t> browser (</a:t>
            </a:r>
            <a:r>
              <a:rPr dirty="0" err="1"/>
              <a:t>localStorage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456" y="821718"/>
            <a:ext cx="7429499" cy="1478570"/>
          </a:xfrm>
        </p:spPr>
        <p:txBody>
          <a:bodyPr/>
          <a:lstStyle/>
          <a:p>
            <a:r>
              <a:rPr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Tehnologii</a:t>
            </a: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folosite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786856"/>
            <a:ext cx="7429499" cy="3541714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• HTML </a:t>
            </a:r>
            <a:r>
              <a:rPr lang="en-US" b="1" dirty="0"/>
              <a:t>- </a:t>
            </a:r>
            <a:r>
              <a:rPr lang="it-IT" b="1" dirty="0"/>
              <a:t>Structura</a:t>
            </a:r>
            <a:r>
              <a:rPr lang="it-IT" dirty="0"/>
              <a:t> paginilor (titluri, butoane, text).</a:t>
            </a:r>
            <a:endParaRPr lang="en-US" b="1" dirty="0"/>
          </a:p>
          <a:p>
            <a:pPr marL="0" indent="0">
              <a:buNone/>
            </a:pPr>
            <a:r>
              <a:rPr b="1" dirty="0"/>
              <a:t>• CSS </a:t>
            </a:r>
            <a:r>
              <a:rPr lang="en-US" b="1" dirty="0"/>
              <a:t>- Design-ul</a:t>
            </a:r>
            <a:r>
              <a:rPr lang="en-US" dirty="0"/>
              <a:t> </a:t>
            </a:r>
            <a:r>
              <a:rPr lang="en-US" dirty="0" err="1"/>
              <a:t>vizual</a:t>
            </a:r>
            <a:r>
              <a:rPr lang="en-US" dirty="0"/>
              <a:t> (</a:t>
            </a:r>
            <a:r>
              <a:rPr lang="en-US" dirty="0" err="1"/>
              <a:t>culori</a:t>
            </a:r>
            <a:r>
              <a:rPr lang="en-US" dirty="0"/>
              <a:t>, layout, </a:t>
            </a:r>
            <a:r>
              <a:rPr lang="en-US" dirty="0" err="1"/>
              <a:t>animații</a:t>
            </a:r>
            <a:r>
              <a:rPr lang="en-US" dirty="0"/>
              <a:t>).</a:t>
            </a:r>
            <a:endParaRPr lang="en-US" b="1" dirty="0"/>
          </a:p>
          <a:p>
            <a:pPr marL="0" indent="0">
              <a:buNone/>
            </a:pPr>
            <a:r>
              <a:rPr b="1" dirty="0"/>
              <a:t>• JavaScript</a:t>
            </a:r>
            <a:r>
              <a:rPr lang="en-US" b="1" dirty="0"/>
              <a:t> - </a:t>
            </a:r>
            <a:r>
              <a:rPr lang="it-IT" b="1" dirty="0"/>
              <a:t>Logica</a:t>
            </a:r>
            <a:r>
              <a:rPr lang="it-IT" dirty="0"/>
              <a:t> proiectului (salvarea datelor, interactivitate).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• GitHub - </a:t>
            </a:r>
            <a:r>
              <a:rPr lang="it-IT" b="1" dirty="0"/>
              <a:t>Găzduirea codului</a:t>
            </a:r>
            <a:r>
              <a:rPr lang="it-IT" dirty="0"/>
              <a:t> și controlul versiunilor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• </a:t>
            </a:r>
            <a:r>
              <a:rPr lang="en-US" b="1" dirty="0" err="1"/>
              <a:t>Vercel</a:t>
            </a:r>
            <a:r>
              <a:rPr lang="en-US" b="1" dirty="0"/>
              <a:t> - </a:t>
            </a:r>
            <a:r>
              <a:rPr lang="it-IT" b="1" dirty="0"/>
              <a:t>Publicarea site-ului</a:t>
            </a:r>
            <a:r>
              <a:rPr lang="it-IT" dirty="0"/>
              <a:t> live pe internet</a:t>
            </a:r>
            <a:endParaRPr lang="en-US" b="1" dirty="0"/>
          </a:p>
          <a:p>
            <a:pPr marL="0" indent="0">
              <a:buNone/>
            </a:pPr>
            <a:r>
              <a:rPr b="1" dirty="0"/>
              <a:t> 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392" y="2057401"/>
            <a:ext cx="74294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4400" dirty="0"/>
              <a:t>Realizat de</a:t>
            </a: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Raducu-Alin Stratu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</TotalTime>
  <Words>157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 Light</vt:lpstr>
      <vt:lpstr>Bahnschrift SemiLight SemiConde</vt:lpstr>
      <vt:lpstr>Century Gothic</vt:lpstr>
      <vt:lpstr>Dubai Medium</vt:lpstr>
      <vt:lpstr>Vapor Trail</vt:lpstr>
      <vt:lpstr>PowerPoint Presentation</vt:lpstr>
      <vt:lpstr>Ce face TripThrive?</vt:lpstr>
      <vt:lpstr>Soluția propusă</vt:lpstr>
      <vt:lpstr>Funcționalități principale</vt:lpstr>
      <vt:lpstr>Tehnologii folosite</vt:lpstr>
      <vt:lpstr>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Raducu-Alin Stratu</cp:lastModifiedBy>
  <cp:revision>4</cp:revision>
  <dcterms:created xsi:type="dcterms:W3CDTF">2013-01-27T09:14:16Z</dcterms:created>
  <dcterms:modified xsi:type="dcterms:W3CDTF">2026-01-12T11:16:43Z</dcterms:modified>
  <cp:category/>
</cp:coreProperties>
</file>